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2" r:id="rId6"/>
    <p:sldId id="263" r:id="rId7"/>
    <p:sldId id="258" r:id="rId8"/>
    <p:sldId id="259" r:id="rId9"/>
    <p:sldId id="260" r:id="rId10"/>
    <p:sldId id="261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CC6C0-8FB5-421F-BB1F-8B8A7228EBC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5A78BC9-672C-4F05-8968-72F0D842F4B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31915"/>
            <a:ext cx="9144000" cy="2825885"/>
          </a:xfrm>
        </p:spPr>
        <p:txBody>
          <a:bodyPr/>
          <a:lstStyle/>
          <a:p>
            <a:r>
              <a:rPr lang="en-US" sz="6000" dirty="0"/>
              <a:t>PROJECT OVERVIEW</a:t>
            </a:r>
            <a:endParaRPr lang="en-US" sz="6000" dirty="0"/>
          </a:p>
          <a:p>
            <a:r>
              <a:rPr lang="en-US" dirty="0"/>
              <a:t>PREPAIRED BY YUSUF JAITEH AND OUSMAN JOHM</a:t>
            </a:r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1524000" y="534670"/>
            <a:ext cx="7690485" cy="1089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3600"/>
              <a:t>    </a:t>
            </a:r>
            <a:r>
              <a:rPr lang="en-GB" alt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DIGITAL FISH MARKET PLATFORM</a:t>
            </a:r>
            <a:endParaRPr lang="en-GB" altLang="en-US" sz="3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working on a website </a:t>
            </a:r>
            <a:endParaRPr lang="en-US" dirty="0"/>
          </a:p>
          <a:p>
            <a:r>
              <a:rPr lang="en-US" dirty="0"/>
              <a:t>This platform is an online marketplace that connect fishermen/seafood suppliers directly with buyers such as: </a:t>
            </a:r>
            <a:endParaRPr lang="en-US" dirty="0"/>
          </a:p>
          <a:p>
            <a:r>
              <a:rPr lang="en-US" dirty="0"/>
              <a:t>Restaurant</a:t>
            </a:r>
            <a:endParaRPr lang="en-US" dirty="0"/>
          </a:p>
          <a:p>
            <a:r>
              <a:rPr lang="en-US" dirty="0"/>
              <a:t>Hotels </a:t>
            </a:r>
            <a:endParaRPr lang="en-US" dirty="0"/>
          </a:p>
          <a:p>
            <a:r>
              <a:rPr lang="en-US" dirty="0"/>
              <a:t>Retailers and </a:t>
            </a:r>
            <a:endParaRPr lang="en-US" dirty="0"/>
          </a:p>
          <a:p>
            <a:r>
              <a:rPr lang="en-US" dirty="0"/>
              <a:t>individuals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						   OBJECTIVE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 sz="2400"/>
              <a:t>Enables suppliers to list their catch digitally</a:t>
            </a:r>
            <a:endParaRPr lang="en-GB" altLang="en-US" sz="2400"/>
          </a:p>
          <a:p>
            <a:endParaRPr lang="en-GB" altLang="en-US" sz="2400"/>
          </a:p>
          <a:p>
            <a:r>
              <a:rPr lang="en-GB" altLang="en-US" sz="2400"/>
              <a:t>Allows buyers to browse, search, order and trach seafood</a:t>
            </a:r>
            <a:endParaRPr lang="en-GB" altLang="en-US" sz="2400"/>
          </a:p>
          <a:p>
            <a:endParaRPr lang="en-GB" altLang="en-US" sz="2400"/>
          </a:p>
          <a:p>
            <a:r>
              <a:rPr lang="en-GB" altLang="en-US" sz="2400"/>
              <a:t>Facilitate delivery options</a:t>
            </a:r>
            <a:endParaRPr lang="en-GB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					    KEY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 sz="2000" b="1"/>
              <a:t>USER MANAGEMENT : </a:t>
            </a:r>
            <a:r>
              <a:rPr lang="en-GB" altLang="en-US" sz="2000"/>
              <a:t>Registration, login</a:t>
            </a:r>
            <a:r>
              <a:rPr lang="en-GB" altLang="en-US"/>
              <a:t> </a:t>
            </a:r>
            <a:endParaRPr lang="en-GB" altLang="en-US"/>
          </a:p>
          <a:p>
            <a:endParaRPr lang="en-GB" altLang="en-US"/>
          </a:p>
          <a:p>
            <a:r>
              <a:rPr lang="en-GB" altLang="en-US" sz="2000" b="1"/>
              <a:t>PRODUCT LISTING</a:t>
            </a:r>
            <a:r>
              <a:rPr lang="en-GB" altLang="en-US"/>
              <a:t> : </a:t>
            </a:r>
            <a:r>
              <a:rPr lang="en-GB" altLang="en-US" sz="2000"/>
              <a:t>Adding product details (price, type, quantity...)</a:t>
            </a:r>
            <a:endParaRPr lang="en-GB" altLang="en-US" sz="2000"/>
          </a:p>
          <a:p>
            <a:endParaRPr lang="en-GB" altLang="en-US" sz="2000"/>
          </a:p>
          <a:p>
            <a:r>
              <a:rPr lang="en-GB" altLang="en-US" sz="2000" b="1"/>
              <a:t>SEARCH AND FILTER :</a:t>
            </a:r>
            <a:r>
              <a:rPr lang="en-GB" altLang="en-US" sz="2000"/>
              <a:t> By type, price</a:t>
            </a:r>
            <a:endParaRPr lang="en-GB" altLang="en-US" sz="2000"/>
          </a:p>
          <a:p>
            <a:endParaRPr lang="en-GB" altLang="en-US" sz="2000"/>
          </a:p>
          <a:p>
            <a:r>
              <a:rPr lang="en-GB" altLang="en-US" sz="2000" b="1"/>
              <a:t>ORDER CART : </a:t>
            </a:r>
            <a:r>
              <a:rPr lang="en-GB" altLang="en-US" sz="2000"/>
              <a:t>Order placement, confirmation</a:t>
            </a:r>
            <a:endParaRPr lang="en-GB" altLang="en-US" sz="2000"/>
          </a:p>
          <a:p>
            <a:endParaRPr lang="en-GB" altLang="en-US" sz="2000"/>
          </a:p>
          <a:p>
            <a:r>
              <a:rPr lang="en-GB" altLang="en-US" sz="2000" b="1"/>
              <a:t>ADMIN PANEL :</a:t>
            </a:r>
            <a:r>
              <a:rPr lang="en-GB" altLang="en-US" sz="2000"/>
              <a:t> Approve users,  monitor platform activities</a:t>
            </a:r>
            <a:endParaRPr lang="en-GB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Key user roles &amp; what they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r>
              <a:rPr 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Fishermen / seafood suppliers</a:t>
            </a:r>
            <a:r>
              <a:rPr lang="en-US" b="1" dirty="0"/>
              <a:t> </a:t>
            </a:r>
            <a:r>
              <a:rPr lang="en-US" dirty="0"/>
              <a:t>register and create a seller profile </a:t>
            </a:r>
            <a:endParaRPr lang="en-US" dirty="0"/>
          </a:p>
          <a:p>
            <a:r>
              <a:rPr lang="en-US" dirty="0"/>
              <a:t>List available fish with: type, quantity, price, location and photos.</a:t>
            </a:r>
            <a:endParaRPr lang="en-US" dirty="0"/>
          </a:p>
          <a:p>
            <a:r>
              <a:rPr lang="en-US" dirty="0"/>
              <a:t>Manage inventory and orders receive and confirm buyer order, prepare product for delivery or pickup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as  buyers , </a:t>
            </a:r>
            <a:endParaRPr lang="en-US" dirty="0"/>
          </a:p>
          <a:p>
            <a:r>
              <a:rPr lang="en-US" dirty="0"/>
              <a:t>Search and filter seafood listings and items to cart and place and order </a:t>
            </a:r>
            <a:endParaRPr lang="en-US" dirty="0"/>
          </a:p>
          <a:p>
            <a:r>
              <a:rPr lang="en-US" dirty="0"/>
              <a:t>Track order status</a:t>
            </a:r>
            <a:endParaRPr lang="en-US" dirty="0"/>
          </a:p>
          <a:p>
            <a:r>
              <a:rPr lang="en-US" dirty="0"/>
              <a:t>Rate and review sellers after delivery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2014220" y="501015"/>
            <a:ext cx="6207125" cy="922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dirty="0">
                <a:sym typeface="+mn-ea"/>
              </a:rPr>
              <a:t>                                </a:t>
            </a:r>
            <a:r>
              <a:rPr lang="en-GB" alt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BUYERS</a:t>
            </a:r>
            <a:r>
              <a:rPr lang="en-US" sz="3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</a:t>
            </a:r>
            <a:endParaRPr lang="en-US" sz="3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948" y="365125"/>
            <a:ext cx="10351851" cy="1325563"/>
          </a:xfrm>
        </p:spPr>
        <p:txBody>
          <a:bodyPr/>
          <a:lstStyle/>
          <a:p>
            <a:r>
              <a:rPr lang="en-US" b="1" dirty="0"/>
              <a:t>                          A</a:t>
            </a:r>
            <a:r>
              <a:rPr lang="en-GB" altLang="en-US" b="1" dirty="0"/>
              <a:t>DMIN ROLES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Approves seller registration </a:t>
            </a:r>
            <a:endParaRPr lang="en-US" dirty="0"/>
          </a:p>
          <a:p>
            <a:r>
              <a:rPr lang="en-US" dirty="0"/>
              <a:t>Monitors platform activities </a:t>
            </a:r>
            <a:endParaRPr lang="en-US" dirty="0"/>
          </a:p>
          <a:p>
            <a:r>
              <a:rPr lang="en-US" dirty="0"/>
              <a:t>Manages platform analytics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							</a:t>
            </a:r>
            <a:r>
              <a:rPr lang="en-GB" altLang="en-US">
                <a:sym typeface="+mn-ea"/>
              </a:rPr>
              <a:t>TECH STACKS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GB" altLang="en-US" sz="2400"/>
              <a:t>Database : MySQL</a:t>
            </a:r>
            <a:endParaRPr lang="en-GB" altLang="en-US" sz="2400"/>
          </a:p>
          <a:p>
            <a:endParaRPr lang="en-GB" altLang="en-US" sz="2400"/>
          </a:p>
          <a:p>
            <a:r>
              <a:rPr lang="en-GB" altLang="en-US" sz="2400"/>
              <a:t>Version Control: Git and GitHub</a:t>
            </a: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  <a:p>
            <a:r>
              <a:rPr lang="en-GB" altLang="en-US" sz="2400"/>
              <a:t>Backend : SpringBoot, Spring Security</a:t>
            </a:r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r>
              <a:rPr lang="en-GB" altLang="en-US" sz="2400"/>
              <a:t>FrontEnd : React JS, Tailwind CSS</a:t>
            </a: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			    	PROJECT TIMELINE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GB" altLang="en-US" sz="2400"/>
              <a:t>1-2      Requirement gathering, planning, wireframes</a:t>
            </a:r>
            <a:endParaRPr lang="en-GB" altLang="en-US" sz="2400"/>
          </a:p>
          <a:p>
            <a:endParaRPr lang="en-GB" altLang="en-US" sz="2400"/>
          </a:p>
          <a:p>
            <a:r>
              <a:rPr lang="en-GB" altLang="en-US" sz="2400"/>
              <a:t>3-4   Setup backend &amp; database, user registration/login</a:t>
            </a:r>
            <a:endParaRPr lang="en-GB" altLang="en-US" sz="2400"/>
          </a:p>
          <a:p>
            <a:endParaRPr lang="en-GB" altLang="en-US" sz="2400"/>
          </a:p>
          <a:p>
            <a:r>
              <a:rPr lang="en-GB" altLang="en-US" sz="2400"/>
              <a:t>5-6   Implement product listing, search &amp; filter functionality</a:t>
            </a:r>
            <a:endParaRPr lang="en-GB" altLang="en-US" sz="2400"/>
          </a:p>
          <a:p>
            <a:endParaRPr lang="en-GB" altLang="en-US" sz="2400"/>
          </a:p>
          <a:p>
            <a:r>
              <a:rPr lang="en-GB" altLang="en-US" sz="2400"/>
              <a:t>7-8   Order System: cart, checkout</a:t>
            </a:r>
            <a:endParaRPr lang="en-GB" altLang="en-US" sz="2400"/>
          </a:p>
          <a:p>
            <a:endParaRPr lang="en-GB" altLang="en-US" sz="2400"/>
          </a:p>
          <a:p>
            <a:r>
              <a:rPr lang="en-GB" altLang="en-US" sz="2400"/>
              <a:t>9     User dashbords</a:t>
            </a:r>
            <a:endParaRPr lang="en-GB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1646</Words>
  <Application>WPS Presentation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Wingdings 3</vt:lpstr>
      <vt:lpstr>Arial</vt:lpstr>
      <vt:lpstr>Trebuchet MS</vt:lpstr>
      <vt:lpstr>Microsoft YaHei</vt:lpstr>
      <vt:lpstr>Arial Unicode MS</vt:lpstr>
      <vt:lpstr>Calibri</vt:lpstr>
      <vt:lpstr>Facet</vt:lpstr>
      <vt:lpstr>PowerPoint 演示文稿</vt:lpstr>
      <vt:lpstr>PowerPoint 演示文稿</vt:lpstr>
      <vt:lpstr>						   OBJECTIVE</vt:lpstr>
      <vt:lpstr>					    KEY FEATURES</vt:lpstr>
      <vt:lpstr>           Key user roles &amp; what they do</vt:lpstr>
      <vt:lpstr>PowerPoint 演示文稿</vt:lpstr>
      <vt:lpstr>                          ADMIN ROLES</vt:lpstr>
      <vt:lpstr>							TECH STACKS</vt:lpstr>
      <vt:lpstr>			    	PROJECT TIMELINE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Yusuf</cp:lastModifiedBy>
  <cp:revision>7</cp:revision>
  <dcterms:created xsi:type="dcterms:W3CDTF">2025-09-21T09:17:00Z</dcterms:created>
  <dcterms:modified xsi:type="dcterms:W3CDTF">2025-09-27T09:36:27Z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05ECE66049FE4F019E0457A44161149B_12</vt:lpwstr>
  </property>
  <property fmtid="{D5CDD505-2E9C-101B-9397-08002B2CF9AE}" pid="3" name="KSOProductBuildVer">
    <vt:lpwstr>1033-12.2.0.16731</vt:lpwstr>
  </property>
</Properties>
</file>